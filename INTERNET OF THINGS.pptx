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7" r:id="rId5"/>
    <p:sldId id="307" r:id="rId6"/>
    <p:sldId id="309" r:id="rId7"/>
    <p:sldId id="263" r:id="rId8"/>
    <p:sldId id="310" r:id="rId9"/>
    <p:sldId id="311" r:id="rId10"/>
    <p:sldId id="312" r:id="rId11"/>
    <p:sldId id="316" r:id="rId12"/>
    <p:sldId id="314" r:id="rId13"/>
    <p:sldId id="3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5405" autoAdjust="0"/>
  </p:normalViewPr>
  <p:slideViewPr>
    <p:cSldViewPr snapToGrid="0">
      <p:cViewPr varScale="1">
        <p:scale>
          <a:sx n="82" d="100"/>
          <a:sy n="82" d="100"/>
        </p:scale>
        <p:origin x="894" y="9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3/5/2026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1670538"/>
            <a:ext cx="10360152" cy="2790092"/>
          </a:xfrm>
        </p:spPr>
        <p:txBody>
          <a:bodyPr anchor="ctr"/>
          <a:lstStyle/>
          <a:p>
            <a:r>
              <a:rPr lang="en-US" dirty="0"/>
              <a:t>INTERNET OF THINGS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ACCAF-05B3-844E-E4F2-672A60B0EFED}"/>
              </a:ext>
            </a:extLst>
          </p:cNvPr>
          <p:cNvSpPr txBox="1"/>
          <p:nvPr/>
        </p:nvSpPr>
        <p:spPr>
          <a:xfrm>
            <a:off x="668214" y="4460630"/>
            <a:ext cx="10914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DEPT:COMPUTER AND COMMUNICATION ENGINEERING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INTERNET OF THINGS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88561"/>
              </p:ext>
            </p:extLst>
          </p:nvPr>
        </p:nvGraphicFramePr>
        <p:xfrm>
          <a:off x="6869113" y="328247"/>
          <a:ext cx="4525718" cy="6189784"/>
        </p:xfrm>
        <a:graphic>
          <a:graphicData uri="http://schemas.openxmlformats.org/drawingml/2006/table">
            <a:tbl>
              <a:tblPr firstRow="1" bandRow="1"/>
              <a:tblGrid>
                <a:gridCol w="4525718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110382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/>
                      <a:endParaRPr lang="en-US" sz="2400" b="0" dirty="0"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13131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IoT with AI &amp; Machine Learning</a:t>
                      </a:r>
                      <a:endParaRPr lang="en-US" sz="2400" b="0" dirty="0"/>
                    </a:p>
                    <a:p>
                      <a:pPr algn="r"/>
                      <a:endParaRPr lang="en-US" sz="2400" b="0" dirty="0"/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1339926"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Edge &amp; Cloud Computing in IoT</a:t>
                      </a:r>
                      <a:endParaRPr lang="en-US" sz="2400" b="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128633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IoT in Agriculture</a:t>
                      </a: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114657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IoT in Transport</a:t>
                      </a:r>
                      <a:endParaRPr lang="en-US" sz="2400" b="0" dirty="0">
                        <a:latin typeface="+mn-lt"/>
                        <a:cs typeface="Gill Sans Light" panose="020B0302020104020203" pitchFamily="34" charset="-79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6862"/>
            <a:ext cx="7534656" cy="468923"/>
          </a:xfrm>
        </p:spPr>
        <p:txBody>
          <a:bodyPr/>
          <a:lstStyle/>
          <a:p>
            <a:r>
              <a:rPr lang="en-US" sz="4000" dirty="0"/>
              <a:t>INTRODUCTION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4062534"/>
            <a:ext cx="9624647" cy="27131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The Internet of Things (IoT) is a rapidly evolving technology that connects physical devices, sensors, and systems through the internet to collect and exchange data. Emerging IoT technologies combine artificial intelligence, cloud computing, and low-power communication to enable smarter automation and real-time decision-making. IoT plays a critical role in smart cities, healthcare, agriculture, transport, and energy sectors. This paper presents an overview of key emerging IoT technologies and their real-world 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858D913-F5F5-382D-1A9F-BE799992EE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572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38826-4983-586F-EBF5-92C233CCC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488" y="750278"/>
            <a:ext cx="5804568" cy="331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0"/>
            <a:ext cx="10360152" cy="1735015"/>
          </a:xfrm>
        </p:spPr>
        <p:txBody>
          <a:bodyPr anchor="b"/>
          <a:lstStyle/>
          <a:p>
            <a:r>
              <a:rPr lang="en-US" dirty="0"/>
              <a:t>IoT with AI &amp; Machine Learning</a:t>
            </a:r>
            <a:br>
              <a:rPr lang="en-US" dirty="0"/>
            </a:b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84031" y="1430215"/>
            <a:ext cx="10515599" cy="4994031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/>
              <a:t>The integration of Artificial Intelligence (AI) and Machine Learning (ML) with IoT enables systems to analyze large volumes of sensor data and learn patterns automatically.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/>
              <a:t>AI-powered IoT systems can predict failures, detect anomalies, and optimize operations without human intervention.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/>
              <a:t>Applications include predictive maintenance in industries, smart surveillance, healthcare monitoring, and intelligent home automation. </a:t>
            </a:r>
          </a:p>
          <a:p>
            <a:pPr algn="l"/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/>
              <a:t>ML algorithms enhance accuracy and adaptability of IoT systems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&amp; Cloud Computing in IoT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10175631" cy="3877055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Edge computing processes data closer to the source, reducing latency and bandwidth usage, while cloud computing provides centralized storage, large-scale analytics, and system management.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 hybrid edge-cloud architecture improves efficiency and scalability in IoT deployments.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 Real-time applications such as traffic control, industrial automation, and smart surveillance rely on edge computing, while cloud platforms support long-term analysis and AI model training.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0152" cy="468923"/>
          </a:xfrm>
        </p:spPr>
        <p:txBody>
          <a:bodyPr/>
          <a:lstStyle/>
          <a:p>
            <a:r>
              <a:rPr lang="en-IN" sz="3600" dirty="0"/>
              <a:t>IoT in Agriculture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EFB5A6-418B-E787-4A05-8EB0E93787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3811814"/>
            <a:ext cx="9542586" cy="2753109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IoT technologies support precision agriculture by enabling real-time monitoring of soil moisture, temperature, humidity, and crop health.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Automated irrigation systems reduce water wastage, while weather sensors improve crop planning.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Farmers benefit from increased yield, reduced operational cost, and sustainable farming practices.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IoT-driven agriculture enhances food security and environmental protection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F96A8-1D49-F3E5-1BBE-F60CA6060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662" y="927030"/>
            <a:ext cx="4182059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IoT in Transport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94059-A7D8-31B4-E8CC-3384604F074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8923" y="2039111"/>
            <a:ext cx="7154202" cy="3904488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IoT applications in transportation include vehicle tracking, traffic monitoring, smart parking, and fleet management.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Sensors and GPS devices provide real-time data to optimize routes, reduce fuel consumption, and enhance safety.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Smart transport systems help cities manage congestion efficiently and improve public transportation reliability</a:t>
            </a:r>
            <a:endParaRPr lang="en-IN" sz="28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DFFBB47-B4B3-8F83-2077-F65C0847452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0399" r="30399"/>
          <a:stretch>
            <a:fillRect/>
          </a:stretch>
        </p:blipFill>
        <p:spPr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rgbClr val="D0D8B6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Conclusion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D2CBFC9-E73A-4FCB-E211-BDEA18583F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3692" y="2039111"/>
            <a:ext cx="9933548" cy="3840480"/>
          </a:xfrm>
        </p:spPr>
        <p:txBody>
          <a:bodyPr>
            <a:normAutofit/>
          </a:bodyPr>
          <a:lstStyle/>
          <a:p>
            <a:r>
              <a:rPr lang="en-US" sz="3600" dirty="0"/>
              <a:t>Emerging IoT technologies are transforming industries by enabling intelligent automation, efficiency, and data-driven decision-making.</a:t>
            </a:r>
          </a:p>
          <a:p>
            <a:r>
              <a:rPr lang="en-US" sz="3600" dirty="0"/>
              <a:t>The integration of AI, edge computing, and low-power communication will shape the future of IoT systems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58076E1-7A4C-114B-9863-E09E54761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Reference</a:t>
            </a:r>
            <a:endParaRPr lang="en-IN" sz="360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AE4DE17-5925-1412-7FFF-2922C046C3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10832124" cy="4197566"/>
          </a:xfrm>
        </p:spPr>
        <p:txBody>
          <a:bodyPr/>
          <a:lstStyle/>
          <a:p>
            <a:r>
              <a:rPr lang="en-US" sz="3200" dirty="0"/>
              <a:t> IEEE Internet of Things Journal</a:t>
            </a:r>
          </a:p>
          <a:p>
            <a:r>
              <a:rPr lang="en-US" sz="3200" dirty="0"/>
              <a:t> Cisco IoT Technology White Papers </a:t>
            </a:r>
          </a:p>
          <a:p>
            <a:r>
              <a:rPr lang="en-US" sz="3200" dirty="0"/>
              <a:t> Gartner Research on IoT </a:t>
            </a:r>
          </a:p>
          <a:p>
            <a:r>
              <a:rPr lang="en-US" sz="3200" dirty="0"/>
              <a:t> NIST IoT Architecture </a:t>
            </a:r>
            <a:r>
              <a:rPr lang="en-US" sz="3200" dirty="0" err="1"/>
              <a:t>FrameworK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9366738" cy="50292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{40A510E6-6F4D-416A-AC5C-3D5A077E5330}TF1ed9553b-00c4-4092-846a-c8f7f2908f3beecd942f_win32-8e33096c3cfc</Template>
  <TotalTime>49</TotalTime>
  <Words>469</Words>
  <Application>Microsoft Office PowerPoint</Application>
  <PresentationFormat>Widescreen</PresentationFormat>
  <Paragraphs>54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INTERNET OF THINGS   </vt:lpstr>
      <vt:lpstr>INTERNET OF THINGS</vt:lpstr>
      <vt:lpstr>INTRODUCTION</vt:lpstr>
      <vt:lpstr>IoT with AI &amp; Machine Learning </vt:lpstr>
      <vt:lpstr>Edge &amp; Cloud Computing in IoT</vt:lpstr>
      <vt:lpstr>IoT in Agriculture</vt:lpstr>
      <vt:lpstr>IoT in Transport</vt:lpstr>
      <vt:lpstr>Conclusion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Rakshana</dc:creator>
  <cp:lastModifiedBy>C Rakshana</cp:lastModifiedBy>
  <cp:revision>2</cp:revision>
  <dcterms:created xsi:type="dcterms:W3CDTF">2026-01-29T16:07:06Z</dcterms:created>
  <dcterms:modified xsi:type="dcterms:W3CDTF">2026-03-05T17:07:40Z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